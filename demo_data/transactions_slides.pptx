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transfer should preserve the budgets' combined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Atomicity prevents a partially recorded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second request must not spend credits already reserved by the first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logical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Transfer 40 credits between two budgets.</a:t>
            </a:r>
          </a:p>
          <a:p>
            <a:r>
              <a:t>Treat the debit and credit as one transaction.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Commit or roll 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Commit after both updates succeed.</a:t>
            </a:r>
          </a:p>
          <a:p>
            <a:r>
              <a:t>Roll back if a required update fails.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Concurrent spending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 the balance check and debit together.</a:t>
            </a:r>
          </a:p>
          <a:p>
            <a:r>
              <a:t>Keep transactions short and handle conflicts.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